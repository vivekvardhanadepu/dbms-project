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 /><Relationship Id="rId3" Type="http://schemas.openxmlformats.org/officeDocument/2006/relationships/slide" Target="slides/slide2.xml" /><Relationship Id="rId7" Type="http://schemas.openxmlformats.org/officeDocument/2006/relationships/viewProps" Target="viewProps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presProps" Target="presProps.xml" /><Relationship Id="rId5" Type="http://schemas.openxmlformats.org/officeDocument/2006/relationships/slide" Target="slides/slide4.xml" /><Relationship Id="rId4" Type="http://schemas.openxmlformats.org/officeDocument/2006/relationships/slide" Target="slides/slide3.xml" /><Relationship Id="rId9" Type="http://schemas.openxmlformats.org/officeDocument/2006/relationships/tableStyles" Target="tableStyle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3/2/2020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13" Type="http://schemas.openxmlformats.org/officeDocument/2006/relationships/slideLayout" Target="../slideLayouts/slideLayout13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slideLayout" Target="../slideLayouts/slideLayout12.xml" /><Relationship Id="rId17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6" Type="http://schemas.openxmlformats.org/officeDocument/2006/relationships/slideLayout" Target="../slideLayouts/slideLayout16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5" Type="http://schemas.openxmlformats.org/officeDocument/2006/relationships/slideLayout" Target="../slideLayouts/slideLayout1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Relationship Id="rId14" Type="http://schemas.openxmlformats.org/officeDocument/2006/relationships/slideLayout" Target="../slideLayouts/slideLayout14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3/2/2020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8EA850-5A23-4471-B98B-F2F851ED57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70953" y="881109"/>
            <a:ext cx="8915399" cy="1817703"/>
          </a:xfrm>
        </p:spPr>
        <p:txBody>
          <a:bodyPr/>
          <a:lstStyle/>
          <a:p>
            <a:r>
              <a:rPr lang="en-IN" dirty="0">
                <a:solidFill>
                  <a:srgbClr val="C00000"/>
                </a:solidFill>
              </a:rPr>
              <a:t>Online Food-ordering Application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A8FA6E-D344-4685-8F5D-06DF41EC7A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70953" y="2769833"/>
            <a:ext cx="8533659" cy="3133829"/>
          </a:xfrm>
        </p:spPr>
        <p:txBody>
          <a:bodyPr>
            <a:normAutofit fontScale="92500" lnSpcReduction="20000"/>
          </a:bodyPr>
          <a:lstStyle/>
          <a:p>
            <a:endParaRPr lang="en-IN" dirty="0"/>
          </a:p>
          <a:p>
            <a:r>
              <a:rPr lang="en-IN" dirty="0">
                <a:solidFill>
                  <a:srgbClr val="C00000"/>
                </a:solidFill>
              </a:rPr>
              <a:t>02.03.2020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u="sng" dirty="0">
                <a:solidFill>
                  <a:srgbClr val="C00000"/>
                </a:solidFill>
              </a:rPr>
              <a:t>GROUP MEMBERS</a:t>
            </a:r>
          </a:p>
          <a:p>
            <a:r>
              <a:rPr lang="en-IN" dirty="0" err="1">
                <a:solidFill>
                  <a:srgbClr val="00B050"/>
                </a:solidFill>
              </a:rPr>
              <a:t>Nari</a:t>
            </a:r>
            <a:r>
              <a:rPr lang="en-IN" dirty="0">
                <a:solidFill>
                  <a:srgbClr val="00B050"/>
                </a:solidFill>
              </a:rPr>
              <a:t> Rohini - 17CS30024</a:t>
            </a:r>
          </a:p>
          <a:p>
            <a:r>
              <a:rPr lang="en-IN" dirty="0" err="1">
                <a:solidFill>
                  <a:srgbClr val="00B050"/>
                </a:solidFill>
              </a:rPr>
              <a:t>Thati</a:t>
            </a:r>
            <a:r>
              <a:rPr lang="en-IN" dirty="0">
                <a:solidFill>
                  <a:srgbClr val="00B050"/>
                </a:solidFill>
              </a:rPr>
              <a:t> Sindhu - 17CS10055</a:t>
            </a:r>
          </a:p>
          <a:p>
            <a:r>
              <a:rPr lang="en-IN" dirty="0" err="1">
                <a:solidFill>
                  <a:srgbClr val="00B050"/>
                </a:solidFill>
              </a:rPr>
              <a:t>Adepu</a:t>
            </a:r>
            <a:r>
              <a:rPr lang="en-IN" dirty="0">
                <a:solidFill>
                  <a:srgbClr val="00B050"/>
                </a:solidFill>
              </a:rPr>
              <a:t> Vivek Vardhan - 17CS10002</a:t>
            </a:r>
          </a:p>
        </p:txBody>
      </p:sp>
    </p:spTree>
    <p:extLst>
      <p:ext uri="{BB962C8B-B14F-4D97-AF65-F5344CB8AC3E}">
        <p14:creationId xmlns:p14="http://schemas.microsoft.com/office/powerpoint/2010/main" val="40281758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189556-9C61-450A-8AE4-B137314600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656948"/>
            <a:ext cx="8915400" cy="525427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sz="2800" dirty="0">
                <a:solidFill>
                  <a:srgbClr val="C00000"/>
                </a:solidFill>
              </a:rPr>
              <a:t>Overview</a:t>
            </a:r>
          </a:p>
          <a:p>
            <a:pPr marL="0" indent="0">
              <a:buNone/>
            </a:pPr>
            <a:r>
              <a:rPr lang="en-IN" dirty="0"/>
              <a:t>This is an Online Food-ordering application , similar to </a:t>
            </a:r>
            <a:r>
              <a:rPr lang="en-IN" dirty="0" err="1"/>
              <a:t>Swiggy</a:t>
            </a:r>
            <a:r>
              <a:rPr lang="en-IN" dirty="0"/>
              <a:t> and Zomato      but limited to functionalities using </a:t>
            </a:r>
            <a:r>
              <a:rPr lang="en-IN" dirty="0" err="1"/>
              <a:t>Mysql</a:t>
            </a:r>
            <a:r>
              <a:rPr lang="en-IN" dirty="0"/>
              <a:t>.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sz="2800" dirty="0">
                <a:solidFill>
                  <a:srgbClr val="C00000"/>
                </a:solidFill>
              </a:rPr>
              <a:t>Goals</a:t>
            </a:r>
          </a:p>
          <a:p>
            <a:pPr>
              <a:buAutoNum type="arabicPeriod"/>
            </a:pPr>
            <a:r>
              <a:rPr lang="en-IN" dirty="0">
                <a:solidFill>
                  <a:schemeClr val="tx1"/>
                </a:solidFill>
              </a:rPr>
              <a:t>Design and create a Database to accommodate the required functionalities.</a:t>
            </a:r>
          </a:p>
          <a:p>
            <a:pPr>
              <a:buAutoNum type="arabicPeriod"/>
            </a:pPr>
            <a:r>
              <a:rPr lang="en-IN" dirty="0">
                <a:solidFill>
                  <a:schemeClr val="tx1"/>
                </a:solidFill>
              </a:rPr>
              <a:t>Design and create an intuitive UI to converse with the Database.</a:t>
            </a:r>
          </a:p>
          <a:p>
            <a:pPr>
              <a:buAutoNum type="arabicPeriod"/>
            </a:pPr>
            <a:endParaRPr lang="en-IN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IN" sz="2800" dirty="0">
                <a:solidFill>
                  <a:srgbClr val="C00000"/>
                </a:solidFill>
              </a:rPr>
              <a:t>Specifications</a:t>
            </a:r>
          </a:p>
          <a:p>
            <a:pPr marL="0" indent="0">
              <a:buNone/>
            </a:pPr>
            <a:r>
              <a:rPr lang="en-IN" sz="2000" dirty="0">
                <a:solidFill>
                  <a:srgbClr val="00B050"/>
                </a:solidFill>
              </a:rPr>
              <a:t>Login and Sign-up Facility:</a:t>
            </a:r>
          </a:p>
          <a:p>
            <a:pPr marL="0" indent="0">
              <a:buNone/>
            </a:pPr>
            <a:r>
              <a:rPr lang="en-IN" dirty="0">
                <a:solidFill>
                  <a:schemeClr val="tx1"/>
                </a:solidFill>
              </a:rPr>
              <a:t>Anyone can become a Customer by Signing up through Sign-up page . Any authorised person will have access to his/her account through the Login page.</a:t>
            </a:r>
          </a:p>
        </p:txBody>
      </p:sp>
    </p:spTree>
    <p:extLst>
      <p:ext uri="{BB962C8B-B14F-4D97-AF65-F5344CB8AC3E}">
        <p14:creationId xmlns:p14="http://schemas.microsoft.com/office/powerpoint/2010/main" val="32602772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958D85-24AF-4E2A-BC34-A0462ED50C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585926"/>
            <a:ext cx="8915400" cy="53252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000" dirty="0">
                <a:solidFill>
                  <a:srgbClr val="00B050"/>
                </a:solidFill>
              </a:rPr>
              <a:t>Search Facility for Customer:</a:t>
            </a:r>
          </a:p>
          <a:p>
            <a:pPr marL="0" indent="0">
              <a:buNone/>
            </a:pPr>
            <a:r>
              <a:rPr lang="en-IN" dirty="0"/>
              <a:t>Customers can browse for the item they want by typing the keywords , by doing this the restaurants related to the item can be found.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sz="2000" dirty="0">
                <a:solidFill>
                  <a:srgbClr val="00B050"/>
                </a:solidFill>
              </a:rPr>
              <a:t>Customer Login and Privileges:</a:t>
            </a:r>
            <a:endParaRPr lang="en-IN" sz="20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IN" dirty="0">
                <a:solidFill>
                  <a:schemeClr val="tx1"/>
                </a:solidFill>
              </a:rPr>
              <a:t>All customers having the account will have access to update and edit their personal details like delivery address , mobile number etc.</a:t>
            </a:r>
          </a:p>
          <a:p>
            <a:pPr marL="0" indent="0">
              <a:buNone/>
            </a:pPr>
            <a:endParaRPr lang="en-IN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IN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IN" sz="2800" dirty="0">
                <a:solidFill>
                  <a:srgbClr val="C00000"/>
                </a:solidFill>
              </a:rPr>
              <a:t>Overview of UI</a:t>
            </a:r>
          </a:p>
          <a:p>
            <a:r>
              <a:rPr lang="en-IN" dirty="0">
                <a:solidFill>
                  <a:schemeClr val="tx1"/>
                </a:solidFill>
              </a:rPr>
              <a:t>Sign-in</a:t>
            </a:r>
          </a:p>
          <a:p>
            <a:r>
              <a:rPr lang="en-IN" dirty="0">
                <a:solidFill>
                  <a:schemeClr val="tx1"/>
                </a:solidFill>
              </a:rPr>
              <a:t>Sign-up</a:t>
            </a:r>
          </a:p>
          <a:p>
            <a:r>
              <a:rPr lang="en-IN" dirty="0">
                <a:solidFill>
                  <a:schemeClr val="tx1"/>
                </a:solidFill>
              </a:rPr>
              <a:t>Homepage (Containing available restaurants)</a:t>
            </a:r>
          </a:p>
          <a:p>
            <a:pPr marL="0" indent="0">
              <a:buNone/>
            </a:pPr>
            <a:endParaRPr lang="en-I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07091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1267CB-BBC6-48A1-8497-2E78489D00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85748" y="887767"/>
            <a:ext cx="8521714" cy="4048216"/>
          </a:xfrm>
        </p:spPr>
        <p:txBody>
          <a:bodyPr/>
          <a:lstStyle/>
          <a:p>
            <a:r>
              <a:rPr lang="en-IN" dirty="0"/>
              <a:t>Search  Results</a:t>
            </a:r>
          </a:p>
          <a:p>
            <a:r>
              <a:rPr lang="en-IN" dirty="0"/>
              <a:t>Menu card for each Restaurant</a:t>
            </a:r>
          </a:p>
          <a:p>
            <a:r>
              <a:rPr lang="en-IN" dirty="0"/>
              <a:t>Cart</a:t>
            </a:r>
          </a:p>
          <a:p>
            <a:r>
              <a:rPr lang="en-IN" dirty="0"/>
              <a:t>Orders</a:t>
            </a:r>
          </a:p>
          <a:p>
            <a:r>
              <a:rPr lang="en-IN" dirty="0"/>
              <a:t>Checkout</a:t>
            </a:r>
          </a:p>
          <a:p>
            <a:r>
              <a:rPr lang="en-IN" dirty="0"/>
              <a:t>Payment Status </a:t>
            </a:r>
          </a:p>
          <a:p>
            <a:r>
              <a:rPr lang="en-IN" dirty="0"/>
              <a:t>Profile Settings</a:t>
            </a:r>
          </a:p>
          <a:p>
            <a:pPr marL="0" indent="0">
              <a:buNone/>
            </a:pP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74275508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{327CD0FE-5696-4D60-B506-B412D3AD72C0}tf02892315</Template>
  <TotalTime>32</TotalTime>
  <Words>181</Words>
  <Application>Microsoft Office PowerPoint</Application>
  <PresentationFormat>Widescreen</PresentationFormat>
  <Paragraphs>38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Wisp</vt:lpstr>
      <vt:lpstr>Online Food-ordering Application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Online Food-ordering Application</dc:title>
  <dc:creator>ROHINI NARI</dc:creator>
  <cp:lastModifiedBy>Rohini Nari</cp:lastModifiedBy>
  <cp:revision>6</cp:revision>
  <dcterms:created xsi:type="dcterms:W3CDTF">2020-03-02T09:17:25Z</dcterms:created>
  <dcterms:modified xsi:type="dcterms:W3CDTF">2020-03-02T15:24:24Z</dcterms:modified>
</cp:coreProperties>
</file>